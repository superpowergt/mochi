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 Mochi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a user can inspect — live, post-hoc, and across sessions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65615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NUS-ISS  |  Mochi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001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0012" y="1417320"/>
            <a:ext cx="2130552" cy="9144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2892" y="1618488"/>
            <a:ext cx="502920" cy="502920"/>
          </a:xfrm>
          <a:prstGeom prst="ellipse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289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725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runtime activities during execution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289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89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861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 streams agent switches and tool start / finish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assistant reply via onTextDelta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"Thinking..." indicator replaces silent waits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approval cards show path + reason before risky 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9029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90292" y="1417320"/>
            <a:ext cx="2130552" cy="9144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3172" y="1618488"/>
            <a:ext cx="502920" cy="50292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317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753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traces for root runs and delegated subagent runs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7317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317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1889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run_trace_recorder creates a structured trace per run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subagentRuns[] is nested inside the root trace (not flattened)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events recorded: preToolUse, postToolUse, runStop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trace_summary exposes outcome, tool counts, policy timeline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3057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0572" y="1417320"/>
            <a:ext cx="213055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3452" y="161848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345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0781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evidence and inspected file paths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1345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345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917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records name, args, output, path, status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evidence: inspectedFiles, listedPaths, usedWorkspaceTools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log: requested → approved / denied with tool + path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changedPaths on the root trace — what the run actually touched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7085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0852" y="1417320"/>
            <a:ext cx="2130552" cy="9144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3732" y="1618488"/>
            <a:ext cx="502920" cy="5029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373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4809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snapshots showing what context the system retained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5373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373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945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"Local Agent: Open Memory Snapshot" (compact JSON)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"Local Agent: Open Raw Memory Snapshot" (full state)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· Task · Workspace · User memory layers visible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routing diagnostics: scores, thresholds, reactivation reasons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1113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11132" y="1417320"/>
            <a:ext cx="213055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4012" y="161848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401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28837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summaries after code-changing runs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69401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401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73973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verification_policy detects file mutations in the run trace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reported: passed / failed / not_run / denied / not_needed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Command, exitCode, and changedPaths surfaced to the user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Reminds the user when verification was skipped after edits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6080760"/>
            <a:ext cx="73152" cy="50292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6080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leaves an inspectable trail — nothing disappears into a black box.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in Mochi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Run Trace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bullets 2 &amp; 3 — what the trace records, how users see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65615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NUS-ISS  |  Mochi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structure (run_trace_recorder.js)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solidFill>
            <a:srgbClr val="F5F7FA"/>
          </a:solidFill>
          <a:ln w="19050">
            <a:solidFill>
              <a:srgbClr val="003D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run trace  (Mochi)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prompt · delegation policy · selected skills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toolCalls[]  — name, args, output, path, 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approvals[]  — requested → approved / denied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lifecycleEvents[]  — preToolUse, postToolUse, runStop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verification  — status, command, exitCode, changedPaths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14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changedPaths, outcome, replyPreview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572000"/>
            <a:ext cx="4572000" cy="1325880"/>
          </a:xfrm>
          <a:prstGeom prst="rect">
            <a:avLst/>
          </a:prstGeom>
          <a:solidFill>
            <a:srgbClr val="FFF4E6"/>
          </a:solidFill>
          <a:ln w="15875">
            <a:solidFill>
              <a:srgbClr val="EF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17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subagentRuns[]  —  Coding / Repo Guide / Plan Reviewer /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agentKey, task, outputPreview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evidence { inspectedFiles, listedPaths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selectedMemory · selectedSkills · nested trace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access 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89320" y="1828800"/>
            <a:ext cx="5669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828800"/>
            <a:ext cx="73152" cy="9601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9202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Agent: Open Memory 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2402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human-readable JSON of the current session, task, workspace memory, and latest trace.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2880360"/>
            <a:ext cx="5669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2880360"/>
            <a:ext cx="73152" cy="9601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718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Agent: Open Raw Memory Snapshot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2918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underlying memory state — useful for debugging stale tasks or unexpected routing.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931920"/>
            <a:ext cx="5669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931920"/>
            <a:ext cx="73152" cy="96012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0233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activity feed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43434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line: "Preparing run context...", "Running Repo Guide...", tool start / finish.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983480"/>
            <a:ext cx="5669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4983480"/>
            <a:ext cx="73152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5074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cards (in chat)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53949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pause the run and surface the target path + reason before execution.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in Mochi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in Mochi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guardrails enforced across agents, memory, and the runtime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65615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NUS-ISS  |  Mochi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001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0012" y="1417320"/>
            <a:ext cx="213055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2892" y="161848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289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725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risky actions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289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89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861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Guard inserts approvals around file delete, dir delete, file clear, run_command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delete the workspace root — a hard safety floor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requested / resolved events are written into the run trace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approval_policy.js + tool_approval wrap every risky 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9029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90292" y="1417320"/>
            <a:ext cx="2130552" cy="9144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3172" y="1618488"/>
            <a:ext cx="502920" cy="502920"/>
          </a:xfrm>
          <a:prstGeom prst="ellipse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317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753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tool permissions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7317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317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1889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tool name at construction time in create_agents.js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Guide &amp; Plan Reviewer — read-only tool set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 — read-only plus run_command for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— full toolset, still gated by Execution Guard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3057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0572" y="1417320"/>
            <a:ext cx="2130552" cy="9144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3452" y="1618488"/>
            <a:ext cx="502920" cy="50292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345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0781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memory access for subagents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1345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345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917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memory_selector.js slices memory per role before each run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Guide sees workspace-heavy slice; Coding sees task-heavy slice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character budgets (1 600 – 2 200 chars) prevent leakage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memory withheld from Review agent by design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7085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0852" y="1417320"/>
            <a:ext cx="2130552" cy="9144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3732" y="1618488"/>
            <a:ext cx="502920" cy="5029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373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4809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delegation and non-recursive subagent design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5373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373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945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root Orchestrator has the run_subagent tool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physically cannot delegate further — no recursion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delegation_policy.js scores EN/ZH signals before delegating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subagent per turn; output + evidence returned to root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11132" y="1417320"/>
            <a:ext cx="2130552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11132" y="1417320"/>
            <a:ext cx="213055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4012" y="161848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401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288372" y="160020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budgeting and runtime stability controls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694012" y="2926080"/>
            <a:ext cx="1764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4012" y="2999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Mochi does 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739732" y="3310128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DEFAULT_CONTEXT_BUDGET caps history, memory, instructions per run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/ result pairs preserved together when trimming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retry_utils backs off on rate-limit without failing the turn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compaction + clarification_gate keep long sessions stable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6080760"/>
            <a:ext cx="73152" cy="50292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6080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earned per role, approved per action, bounded per run — enforced by the Execution Guard.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in Mochi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× Tool Permission Matrix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bullet 2 — what each role can and cannot 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65615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NUS-ISS  |  Mochi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1645920"/>
                <a:gridCol w="1645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/ 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run_subagent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Guide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Reviewer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F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Guard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379976"/>
            <a:ext cx="1091153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79976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</a:t>
            </a:r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allowed    </a:t>
            </a:r>
            <a:pPr indent="0" marL="0">
              <a:buNone/>
            </a:pPr>
            <a:r>
              <a:rPr lang="en-US" sz="10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+HITL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allowed, Execution Guard inserts approval    </a:t>
            </a:r>
            <a:pPr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policy layer — gates others  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in tool set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5020056"/>
            <a:ext cx="10911535" cy="914400"/>
          </a:xfrm>
          <a:prstGeom prst="rect">
            <a:avLst/>
          </a:prstGeom>
          <a:solidFill>
            <a:srgbClr val="FFF4E6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9320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permissions are filtered by name at construction time in create_agents.js — an exploratory agent physically cannot call write_file. The Execution Guard Agent then wraps every remaining call with approvals, path guards, stale-write checks, and trace recording. Safety comes from two independent layers (structural filtering + runtime enforcement), not from prompt discipline.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in Mochi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Mochi - Explainable &amp; Responsible</dc:title>
  <dc:subject>PptxGenJS Presentation</dc:subject>
  <dc:creator>Chen Zhang</dc:creator>
  <cp:lastModifiedBy>Chen Zhang</cp:lastModifiedBy>
  <cp:revision>1</cp:revision>
  <dcterms:created xsi:type="dcterms:W3CDTF">2026-04-21T04:33:38Z</dcterms:created>
  <dcterms:modified xsi:type="dcterms:W3CDTF">2026-04-21T04:33:38Z</dcterms:modified>
</cp:coreProperties>
</file>